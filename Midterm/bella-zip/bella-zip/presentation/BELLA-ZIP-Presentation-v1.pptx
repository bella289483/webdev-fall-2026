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746a4af7e345fa" /><Relationship Type="http://schemas.openxmlformats.org/officeDocument/2006/relationships/extended-properties" Target="/docProps/app.xml" Id="R88047898ff184d98" /><Relationship Type="http://schemas.openxmlformats.org/officeDocument/2006/relationships/officeDocument" Target="/ppt/presentation.xml" Id="Rdc9762551a794d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391fbdc5149cf"/>
  </p:sldMasterIdLst>
  <p:notesMasterIdLst>
    <p:notesMasterId xmlns:r="http://schemas.openxmlformats.org/officeDocument/2006/relationships" r:id="R372a549f47f444f7"/>
  </p:notesMasterIdLst>
  <p:sldIdLst>
    <p:sldId xmlns:r="http://schemas.openxmlformats.org/officeDocument/2006/relationships" id="256" r:id="R6fb384efa9dc46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f0fe4a063e416e" /><Relationship Type="http://schemas.openxmlformats.org/officeDocument/2006/relationships/slideMaster" Target="/ppt/slideMasters/slideMaster1.xml" Id="Rfd7391fbdc5149cf" /><Relationship Type="http://schemas.openxmlformats.org/officeDocument/2006/relationships/notesMaster" Target="/ppt/notesMasters/notesMaster1.xml" Id="R372a549f47f444f7" /><Relationship Type="http://schemas.openxmlformats.org/officeDocument/2006/relationships/presProps" Target="/ppt/presProps.xml" Id="R6621fdafffeb49b8" /><Relationship Type="http://schemas.openxmlformats.org/officeDocument/2006/relationships/tableStyles" Target="/ppt/tableStyles.xml" Id="R490ad555344543b7" /><Relationship Type="http://schemas.openxmlformats.org/officeDocument/2006/relationships/slide" Target="/ppt/slides/slide1.xml" Id="R6fb384efa9dc46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1ce8adaf7341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a4d6c7ada54452" /><Relationship Type="http://schemas.openxmlformats.org/officeDocument/2006/relationships/notesMaster" Target="/ppt/notesMasters/notesMaster1.xml" Id="R50e4a3e80b4b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2f4012e1f45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694f5803447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7d33ccea046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4ad6e0ef341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d499811ea4e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a1e8e5d1647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57D683-C14C-4866-A739-0798B43E4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72357F-21FE-412E-AF99-A682AA0419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DD9A22-DAE4-4DFE-9C35-B222F4C7A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854C86-1D5F-43FD-91A6-D0C2A1636A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E5A120-D625-4D24-BC40-28E848117E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24E947-1C9C-435B-8549-261F7CC1A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490241-04ED-4607-8007-3CD1ECCC6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04CACB-5B2F-4453-A11A-137BEA730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AAA656-FB42-4C0F-B62B-3FAF0C990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799531-8899-4E9B-BC18-34D3A141E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e3cc9aca8434d" /><Relationship Type="http://schemas.openxmlformats.org/officeDocument/2006/relationships/slideLayout" Target="/ppt/slideLayouts/slideLayout1.xml" Id="R4ae5296177104a2c" /><Relationship Type="http://schemas.openxmlformats.org/officeDocument/2006/relationships/slideLayout" Target="/ppt/slideLayouts/slideLayout2.xml" Id="R0203dcfc59c443ec" /><Relationship Type="http://schemas.openxmlformats.org/officeDocument/2006/relationships/slideLayout" Target="/ppt/slideLayouts/slideLayout3.xml" Id="R2e0f1ad4e8e74873" /><Relationship Type="http://schemas.openxmlformats.org/officeDocument/2006/relationships/slideLayout" Target="/ppt/slideLayouts/slideLayout4.xml" Id="Raa1e73bc5615471a" /><Relationship Type="http://schemas.openxmlformats.org/officeDocument/2006/relationships/slideLayout" Target="/ppt/slideLayouts/slideLayout5.xml" Id="R1a0a5d498e134720" /><Relationship Type="http://schemas.openxmlformats.org/officeDocument/2006/relationships/slideLayout" Target="/ppt/slideLayouts/slideLayout6.xml" Id="R0a3ac030ab0041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e5296177104a2c"/>
    <p:sldLayoutId xmlns:r="http://schemas.openxmlformats.org/officeDocument/2006/relationships" id="2147483650" r:id="R0203dcfc59c443ec"/>
    <p:sldLayoutId xmlns:r="http://schemas.openxmlformats.org/officeDocument/2006/relationships" id="2147483651" r:id="R2e0f1ad4e8e74873"/>
    <p:sldLayoutId xmlns:r="http://schemas.openxmlformats.org/officeDocument/2006/relationships" id="2147483652" r:id="Raa1e73bc5615471a"/>
    <p:sldLayoutId xmlns:r="http://schemas.openxmlformats.org/officeDocument/2006/relationships" id="2147483653" r:id="R1a0a5d498e134720"/>
    <p:sldLayoutId xmlns:r="http://schemas.openxmlformats.org/officeDocument/2006/relationships" id="2147483654" r:id="R0a3ac030ab0041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34db95ed54502" /><Relationship Type="http://schemas.openxmlformats.org/officeDocument/2006/relationships/image" Target="/ppt/media/image.png" Id="R153c91ad9a75416b" /><Relationship Type="http://schemas.openxmlformats.org/officeDocument/2006/relationships/notesSlide" Target="/ppt/notesSlides/notesSlide1.xml" Id="R34ed712d2eca42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22478-30DE-4F3F-90C2-ACDEE5B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"/>
            <a:ext cx="47815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EC"/>
          </a:solidFill>
          <a:ln xmlns:a="http://schemas.openxmlformats.org/drawingml/2006/main" w="19050">
            <a:solidFill>
              <a:srgbClr val="858DA4"/>
            </a:solidFill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5C4C0-2600-4925-9B1D-198C3080C7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c91ad9a75416b"/>
          <a:srcRect xmlns:a="http://schemas.openxmlformats.org/drawingml/2006/main" l="61" t="0" r="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419100"/>
            <a:ext cx="4400550" cy="5505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64861-8CAB-4015-83DE-B2C447FA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defPPr>
            <a:lvl1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1pPr>
            <a:lvl2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2pPr>
            <a:lvl3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3pPr>
            <a:lvl4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4pPr>
            <a:lvl5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5pPr>
            <a:lvl6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6pPr>
            <a:lvl7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7pPr>
            <a:lvl8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8pPr>
            <a:lvl9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457C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457C5"/>
                </a:solidFill>
                <a:latin typeface="Menlo"/>
                <a:ea typeface="Menlo"/>
                <a:cs typeface="Menlo"/>
              </a:rPr>
              <a:t>WEB DEVELOPMENT MIDTERM  /  WEEK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229CE-2F9E-4FC7-A633-D56A1A7D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09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defPPr>
            <a:lvl1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1pPr>
            <a:lvl2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2pPr>
            <a:lvl3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3pPr>
            <a:lvl4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4pPr>
            <a:lvl5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5pPr>
            <a:lvl6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6pPr>
            <a:lvl7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7pPr>
            <a:lvl8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8pPr>
            <a:lvl9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14378F"/>
                </a:solidFill>
                <a:latin typeface="Menlo"/>
                <a:ea typeface="Menlo"/>
                <a:cs typeface="Menlo"/>
              </a:defRPr>
            </a:pPr>
            <a:r>
              <a:rPr sz="6450" b="1">
                <a:solidFill>
                  <a:srgbClr val="14378F"/>
                </a:solidFill>
                <a:latin typeface="Menlo"/>
                <a:ea typeface="Menlo"/>
                <a:cs typeface="Menlo"/>
              </a:rPr>
              <a:t>BELLA.ZIP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BFF92-667A-47F6-82C2-D79F91E6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defPPr>
            <a:lvl1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1pPr>
            <a:lvl2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2pPr>
            <a:lvl3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3pPr>
            <a:lvl4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4pPr>
            <a:lvl5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5pPr>
            <a:lvl6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6pPr>
            <a:lvl7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7pPr>
            <a:lvl8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8pPr>
            <a:lvl9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>
              <a:def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173C9E"/>
                </a:solidFill>
                <a:latin typeface="Avenir Next"/>
                <a:ea typeface="Avenir Next"/>
                <a:cs typeface="Avenir Next"/>
              </a:rPr>
              <a:t>A retro desktop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328CB-9817-45D3-90CA-ABCA5AB0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E3ED9-A376-4062-AF47-7D1C7437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defPPr>
            <a:lvl1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1pPr>
            <a:lvl2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2pPr>
            <a:lvl3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3pPr>
            <a:lvl4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4pPr>
            <a:lvl5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5pPr>
            <a:lvl6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6pPr>
            <a:lvl7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7pPr>
            <a:lvl8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8pPr>
            <a:lvl9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rPr>
              <a:t>BELLA</a:t>
            </a:r>
          </a:p>
          <a:p xmlns:a="http://schemas.openxmlformats.org/drawingml/2006/main">
            <a:pPr>
              <a:def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defRPr>
            </a:pPr>
            <a:r>
              <a:rPr sz="1650">
                <a:solidFill>
                  <a:srgbClr val="45577B"/>
                </a:solidFill>
                <a:latin typeface="Avenir Next"/>
                <a:ea typeface="Avenir Next"/>
                <a:cs typeface="Avenir Next"/>
              </a:rPr>
              <a:t>Personal portfolio in progress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EDB87-4F35-44EC-AC3C-865969E2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defPPr>
            <a:lvl1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1pPr>
            <a:lvl2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2pPr>
            <a:lvl3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3pPr>
            <a:lvl4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4pPr>
            <a:lvl5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5pPr>
            <a:lvl6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6pPr>
            <a:lvl7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7pPr>
            <a:lvl8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8pPr>
            <a:lvl9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>
              <a:def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defRPr>
            </a:pPr>
            <a:r>
              <a:rPr sz="2400">
                <a:solidFill>
                  <a:srgbClr val="DF8EAE"/>
                </a:solidFill>
                <a:latin typeface="Avenir Next"/>
                <a:ea typeface="Avenir Next"/>
                <a:cs typeface="Avenir Next"/>
              </a:rPr>
              <a:t>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7557C-C3CD-47B7-8CDC-6F3660E9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07695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defPPr>
            <a:lvl1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1pPr>
            <a:lvl2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2pPr>
            <a:lvl3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3pPr>
            <a:lvl4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4pPr>
            <a:lvl5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5pPr>
            <a:lvl6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6pPr>
            <a:lvl7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7pPr>
            <a:lvl8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8pPr>
            <a:lvl9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900">
                <a:solidFill>
                  <a:srgbClr val="45577B"/>
                </a:solidFill>
                <a:latin typeface="Menlo"/>
                <a:ea typeface="Menlo"/>
                <a:cs typeface="Menlo"/>
              </a:defRPr>
            </a:pPr>
            <a:r>
              <a:rPr sz="900">
                <a:solidFill>
                  <a:srgbClr val="45577B"/>
                </a:solidFill>
                <a:latin typeface="Menlo"/>
                <a:ea typeface="Menlo"/>
                <a:cs typeface="Menlo"/>
              </a:rPr>
              <a:t>bella.jpg  /  01</a:t>
            </a:r>
          </a:p>
        </p:txBody>
      </p:sp>
    </p:spTree>
    <p:extLst>
      <p:ext uri="{BB962C8B-B14F-4D97-AF65-F5344CB8AC3E}">
        <p14:creationId xmlns:p14="http://schemas.microsoft.com/office/powerpoint/2010/main" val="1137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2026-10-22T12:17:45.0780000Z</dcterms:created>
  <dcterms:modified xsi:type="dcterms:W3CDTF">2026-10-22T12:17:45.0780000Z</dcterms:modified>
</coreProperties>
</file>